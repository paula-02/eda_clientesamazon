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4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3:12:09.99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13 24404,'3186'0'0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622"/>
          <a:stretch>
            <a:fillRect/>
          </a:stretch>
        </p:blipFill>
        <p:spPr>
          <a:xfrm>
            <a:off x="0" y="247650"/>
            <a:ext cx="16256000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60"/>
          <a:stretch>
            <a:fillRect/>
          </a:stretch>
        </p:blipFill>
        <p:spPr>
          <a:xfrm>
            <a:off x="0" y="38100"/>
            <a:ext cx="16256000" cy="895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45F822-6A80-9E24-AA28-CE4D48BDBE8D}"/>
              </a:ext>
            </a:extLst>
          </p:cNvPr>
          <p:cNvSpPr/>
          <p:nvPr/>
        </p:nvSpPr>
        <p:spPr>
          <a:xfrm>
            <a:off x="10414000" y="8839200"/>
            <a:ext cx="57150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20955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101"/>
          <a:stretch>
            <a:fillRect/>
          </a:stretch>
        </p:blipFill>
        <p:spPr>
          <a:xfrm>
            <a:off x="0" y="38100"/>
            <a:ext cx="16256000" cy="88773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AD6BD3E-988E-6741-0A9B-DFF39AC56F47}"/>
                  </a:ext>
                </a:extLst>
              </p14:cNvPr>
              <p14:cNvContentPartPr/>
              <p14:nvPr/>
            </p14:nvContentPartPr>
            <p14:xfrm>
              <a:off x="15022223" y="8824160"/>
              <a:ext cx="1147320" cy="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AD6BD3E-988E-6741-0A9B-DFF39AC56F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59223" y="8698160"/>
                <a:ext cx="1272960" cy="25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 Corrochano</dc:creator>
  <cp:lastModifiedBy>Ana Corrochano- Fraile</cp:lastModifiedBy>
  <cp:revision>2</cp:revision>
  <dcterms:created xsi:type="dcterms:W3CDTF">2006-08-16T00:00:00Z</dcterms:created>
  <dcterms:modified xsi:type="dcterms:W3CDTF">2026-05-21T13:13:13Z</dcterms:modified>
</cp:coreProperties>
</file>